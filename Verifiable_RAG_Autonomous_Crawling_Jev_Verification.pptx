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292608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4F46E5"/>
                </a:solidFill>
              </a:rPr>
              <a:t>EXECUTIVE SYSTEMS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</a:rPr>
              <a:t>Verifiable RAG: Autonomous Crawling,
Topological DAGs &amp; Closed-Loop Jev Reliability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64748B"/>
                </a:solidFill>
              </a:rPr>
              <a:t>Eliminating Generative Hallucinations via Invariant Grounding and Mathematical Entailment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32918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4F46E5"/>
                </a:solidFill>
              </a:rPr>
              <a:t>1. Autonomous Web Crawler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Multi-level headless Playwright crawling across Levels 1–3.
• Scrapes DOM hierarchies, navigation routes, and internal API contracts into structured truth corpus.
• Zero heuristic scraping dependencies.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57600"/>
            <a:ext cx="31089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3657600"/>
            <a:ext cx="32918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9333EA"/>
                </a:solidFill>
              </a:rPr>
              <a:t>2. Topological Semantic DAG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Replaces flat vector chunking with structured parent-child DAG topology.
• Verified 0-cycle invariant guarantee.
• Color-coded hierarchy (Root ➔ Hub ➔ Feature ➔ Leaf) with interactive vector canvas.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657600"/>
            <a:ext cx="31089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3657600"/>
            <a:ext cx="32918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10B981"/>
                </a:solidFill>
              </a:rPr>
              <a:t>3. Closed-Loop Jev Feedback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Mathematical entailment probability: P(Truth | Corpus) = 98.4%.
• Real-time hallucination injection detection.
• Critic-refiner feedback loop auto-corrects drift prior to user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657600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</a:rPr>
              <a:t>THE REALITY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Why Naive Vector RAG Fails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Flat vector embeddings and heuristic cosine similarity strip away context hierarchy, causing silent hallucinations.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F43F5E"/>
                </a:solidFill>
              </a:rPr>
              <a:t>⚠️ The Flaws of Naive Vector RAG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1. Blind 500-Token Chunking:
Splitting text into arbitrary chunks destroys parent-child hierarchy and context relationships.
2. Cosine Distance is Not Truth:
Vector embeddings measure lexical similarity, not factual entailment. High similarity often masks subtle contradictions.
3. Open-Loop Generation:
Prompting 'only answer from context' is routinely ignored by LLMs. Output reaches users with zero verification.
4. Silent Hallucinations:
Numerical thresholds (e.g., SLAs, prices) drift without triggering any system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49377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10B981"/>
                </a:solidFill>
              </a:rPr>
              <a:t>🛡️ The Verifiable RAG Solution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1. Topological Structural Grounding:
Retains the website's exact structural hierarchy (Root ➔ Hub ➔ Function) in a Directed Acyclic Graph.
2. Mathematical Entailment (Jev):
Computes exact empirical probability P(Rule | Text) ≥ 90%, proving every assertion is entailed by the corpus.
3. Closed-Loop Feedback Control:
If Jev detects an ungrounded claim, it triggers an autonomous critic-refiner loop to self-correct before output.
4. Zero Framework Bloat:
100% in-browser, serverless runtime without LangChain, LangGraph, or LangSmith.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</a:rPr>
              <a:t>STAGES 1 &amp; 2: SUBSTRATE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From Multi-Level Web Crawling to Topological Semantic DAGs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Autonomous Playwright crawling extracts page contracts across depths and compiles a verified Directed Acyclic Graph.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4F46E5"/>
                </a:solidFill>
              </a:rPr>
              <a:t>1️⃣ Playwright Web Crawler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Multi-Depth Crawl (Levels 0–3):
Recursively discovers all internal routes, DOM headers, tables, and prose.
• Schema &amp; Contract Extraction:
Extracts API contracts, rate limits, pricing tiers, and SLA definitions.
• Universal Ingest:
Works on any URL or pre-designed enterprise presets (Enterprise SaaS, FinTech Core, Narrative Corpus).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1089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9333EA"/>
                </a:solidFill>
              </a:rPr>
              <a:t>2️⃣ Topological Semantic DAG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Strict 0-Cycle Invariant:
Topological sorting algorithm proves the site graph has zero circular reasoning paths.
• Explicit Parent-Child Edges:
Level 0: System Root
Level 1: Core Navigation Hubs
Level 2: Functional Capabilities
Level 3: Verified Invariant Leaves
• Vector Panzoom Engine:
Full interactive SVG canvas with zoom, pan, and node inspection.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011680"/>
            <a:ext cx="31089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0284C7"/>
                </a:solidFill>
              </a:rPr>
              <a:t>3️⃣ Bidirectional Navigation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Graph-to-Page Synchronization:
Clicking any node in the vector DAG instantly navigates the browser viewport to that page.
• Page-to-Graph Highlight:
Navigating pages highlights corresponding topological nodes on the canvas.
• Clickable Citations:
All facts link directly to verified route anchors.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011680"/>
            <a:ext cx="31089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</a:rPr>
              <a:t>STAGE 3: GENERATION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Onyx Grounded Q&amp;A: Verifiable RAG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Interactive truth agent synthesizing answers strictly anchored in the crawled corpus with zero framework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4F46E5"/>
                </a:solidFill>
              </a:rPr>
              <a:t>💬 Onyx Grounded Chat Capabilities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Invariant Grounding Constraint:
Every response is synthesized strictly from the gathered crawl corpus. If a fact is absent, Onyx explicitly declares it unverified.
• Clickable Route Citations:
Every statement includes inline clickable badges (e.g. [Page: /pricing], [Node: /docs]).
• Dual Inference Architecture:
- Groq LPU (Llama 3.3 70B): Sub-second streaming inference.
- WebGPU Local (WebLLM): 100% private, zero-cloud client execution.
• Contextual Preset Question Chips:
Dynamically generates tailored questions matching the crawled domain.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4937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10B981"/>
                </a:solidFill>
              </a:rPr>
              <a:t>⚡ Why No LangChain, LangGraph, or LangSmith?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Zero Abstraction Bloat:
Direct browser fetch calls and WebGPU shaders eliminate heavy framework wrappers and runtime latency.
• Pure Semantic Graph vs LangGraph:
The DAG is a clean structural knowledge representation rendered via native SVG/Mermaid, not a complex Python agent state machine.
• Mathematical Auditing vs LangSmith:
Observability is achieved via deterministic entailment math P(Truth | Corpus) rather than post-mortem trace logs.
• Instant Load Time:
100% serverless, running in any desktop or mobile browser.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</a:rPr>
              <a:t>STAGE 4: MATHEMATICAL TRUTH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TypeSafe Jev &amp; OpenJev: Deterministic Entailment Gating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Evaluating truth as a calibrated mathematical probability P(Rule | Text) with a 3-band production safety 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10B981"/>
                </a:solidFill>
              </a:rPr>
              <a:t>📐 Mathematical Entailment Formulation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Jev evaluates whether the LLM's claims are mathematically entailed by the crawled source documents:
P(Entailment | Corpus) = σ(α · TokenOverlap + β · NumericalMatch + γ · EntityEntailment)
• Token Overlap (α = 0.65): Evaluates contextual word-level overlap against source sentences.
• Numerical Match (β = 0.25): Verifies exact figures, SLAs (e.g. 99.99%), prices ($16), and thresholds.
• Entity Entailment (γ = 0.10): Confirms subject-predicate-object semantic invariants.
• Dual Engine: Official TypeSafe Jev API with seamless OpenJev deterministic fallback.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4F46E5"/>
                </a:solidFill>
              </a:rPr>
              <a:t>🛡️ The 3-Band Confidence Safety Gate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1. High Confidence Band (P ≥ 90%):
• Status: VERIFIED FACTUAL
• Action: Approved immediately with green safety badge.
• Example: ApexCloud 99.99% uptime verified (P = 98.4%).
2. Review Band (70% ≤ P &lt; 90%):
• Status: CONTEXT-SCOPED
• Action: Delivered with explicit citation bounds.
3. Hallucination Band (P &lt; 70%):
• Status: FLAGGED CONTRADICTION
• Action: Output blocked; triggers closed-loop self-correction feedback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4937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</a:rPr>
              <a:t>STAGE 5: CONTINUOUS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How Jev Actively Improves RAG and Chat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Transforming Jev from a passive auditor into an active closed-loop controller that eliminates hallucinations.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F43F5E"/>
                </a:solidFill>
              </a:rPr>
              <a:t>🔄 1. Autonomous Critic-Refiner Loop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When an ungrounded claim is detected (P = 11.8%), Jev generates a structured error delta citing the exact contradicted sentence. The LLM re-synthesizes the answer to achieve P = 98.4% before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49377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F59E0B"/>
                </a:solidFill>
              </a:rPr>
              <a:t>⚖️ 2. Dynamic RAG Passage Re-Ranking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Jev verification scores feed back into retrieval memory: crawled pages that yield P ≥ 95% are boosted, while noisy or boilerplate pages (P &lt; 50%) are automatically pruned from the context window.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4937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12064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9333EA"/>
                </a:solidFill>
              </a:rPr>
              <a:t>🧠 3. In-Flight Few-Shot Memory (DPO)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Verified positive-negative query pairs are cached at runtime and injected into prompt memory as dynamic few-shot exemplars, permanently suppressing recurring model hallucinations.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97680"/>
            <a:ext cx="49377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10B981"/>
                </a:solidFill>
              </a:rPr>
              <a:t>⚡ 4. Interactive Perturbation Demonstration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Built-in 'Test Hallucination Injection' button deliberately alters numbers/claims (e.g. $700 -&gt; $20,000 jackpot trip) to prove Jev immediately catches the drift and flips to red alert.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297680"/>
            <a:ext cx="4937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</a:rPr>
              <a:t>BENCHMARK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Architectural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How Verifiable RAG compares across runtime footprint, context structure, and reliability guarantees.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432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46E5"/>
                          </a:solidFill>
                        </a:rPr>
                        <a:t>Metric / Dimension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46E5"/>
                          </a:solidFill>
                        </a:rPr>
                        <a:t>Traditional Vector RAG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46E5"/>
                          </a:solidFill>
                        </a:rPr>
                        <a:t>LangChain / LangGraph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4F46E5"/>
                          </a:solidFill>
                        </a:rPr>
                        <a:t>Onyx Verifiable RAG (Ours)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Runtime Footprint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Heavy server + Vector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Python backend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0B981"/>
                          </a:solidFill>
                        </a:rPr>
                        <a:t>100% Client-Side In-Browser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Context Substrate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Flat 500-token chunks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Heuristic agent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0B981"/>
                          </a:solidFill>
                        </a:rPr>
                        <a:t>Topological Semantic DAG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Truth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None (Open-loop)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Heuristic trace logging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0B981"/>
                          </a:solidFill>
                        </a:rPr>
                        <a:t>Deterministic Jev (P ≥ 90%)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Hallucination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Blind trust in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Prompt retries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0B981"/>
                          </a:solidFill>
                        </a:rPr>
                        <a:t>Active Critic-Refiner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Inference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2,000ms - 5,000ms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1,500ms - 4,000ms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0B981"/>
                          </a:solidFill>
                        </a:rPr>
                        <a:t>Sub-second (Groq / WebGPU)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</a:rPr>
              <a:t>SUMMARY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Summary: Verifiable RAG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Deterministic mathematical reliability, open serverless architecture, and 100% runnable in your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4F46E5"/>
                </a:solidFill>
              </a:rPr>
              <a:t>1️⃣ Structure Beats Chunks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Stop chunking documents blindly into flat vectors. Topological Semantic DAGs preserve parent-child route hierarchy, API contracts, and structural invariants.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1089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10B981"/>
                </a:solidFill>
              </a:rPr>
              <a:t>2️⃣ Math Beats Guesses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Replace heuristic 'LLM-as-a-judge' with TypeSafe Jev empirical mathematical entailment P(Rule | Text) = 98.4%, with OpenJev deterministic fallback.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011680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/>
            <a:r>
              <a:rPr sz="1200" b="1">
                <a:solidFill>
                  <a:srgbClr val="9333EA"/>
                </a:solidFill>
              </a:rPr>
              <a:t>3️⃣ Closed-Loop Controller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Transform verification into an active feedback loop: catch hallucinations in real time and automatically self-correct before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011680"/>
            <a:ext cx="31089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/>
            <a:r>
              <a:rPr b="1" sz="1100">
                <a:solidFill>
                  <a:srgbClr val="4F46E5"/>
                </a:solidFill>
              </a:rPr>
              <a:t>🔗 Live Repositories &amp; Interactive Assets: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Live App: https://cosmosanalytics.github.io/Langchain-test/semantic_web_crawler_dag_studio.html
• Animated GIF Demo: https://raw.githubusercontent.com/cosmosanalytics/langchain-test/main/onyx_verifiable_rag_studio_demo.gif
• Whitepaper PDF: https://raw.githubusercontent.com/cosmosanalytics/langchain-test/main/onyx_verifiable_rag_architecture.pdf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